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9" r:id="rId4"/>
    <p:sldId id="257" r:id="rId5"/>
    <p:sldId id="258" r:id="rId6"/>
    <p:sldId id="259" r:id="rId7"/>
    <p:sldId id="268" r:id="rId8"/>
    <p:sldId id="260" r:id="rId9"/>
    <p:sldId id="261" r:id="rId10"/>
    <p:sldId id="265" r:id="rId11"/>
    <p:sldId id="270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B35DA-7BB9-E456-B389-FF10FF29F8A9}" v="17" dt="2026-04-26T03:10:35.196"/>
    <p1510:client id="{994461EF-6A37-0903-1E95-4B85594A037A}" v="430" dt="2026-04-26T23:14:05.658"/>
    <p1510:client id="{D5D38C84-003C-975F-759A-F7C4A202C5B4}" v="70" dt="2026-04-26T03:30:34.148"/>
    <p1510:client id="{EB278440-CA78-415A-0B98-3E0C49E1D189}" v="181" dt="2026-04-27T05:37:00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C Elko" userId="S::anelko@millersville.edu::b75047ca-a940-4bf1-b28e-0e5bc8529643" providerId="AD" clId="Web-{D5D38C84-003C-975F-759A-F7C4A202C5B4}"/>
    <pc:docChg chg="modSld">
      <pc:chgData name="Andrew C Elko" userId="S::anelko@millersville.edu::b75047ca-a940-4bf1-b28e-0e5bc8529643" providerId="AD" clId="Web-{D5D38C84-003C-975F-759A-F7C4A202C5B4}" dt="2026-04-26T03:30:34.148" v="69" actId="20577"/>
      <pc:docMkLst>
        <pc:docMk/>
      </pc:docMkLst>
      <pc:sldChg chg="modSp">
        <pc:chgData name="Andrew C Elko" userId="S::anelko@millersville.edu::b75047ca-a940-4bf1-b28e-0e5bc8529643" providerId="AD" clId="Web-{D5D38C84-003C-975F-759A-F7C4A202C5B4}" dt="2026-04-26T03:30:34.148" v="69" actId="20577"/>
        <pc:sldMkLst>
          <pc:docMk/>
          <pc:sldMk cId="109857222" sldId="256"/>
        </pc:sldMkLst>
        <pc:spChg chg="mod">
          <ac:chgData name="Andrew C Elko" userId="S::anelko@millersville.edu::b75047ca-a940-4bf1-b28e-0e5bc8529643" providerId="AD" clId="Web-{D5D38C84-003C-975F-759A-F7C4A202C5B4}" dt="2026-04-26T03:29:54.252" v="3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drew C Elko" userId="S::anelko@millersville.edu::b75047ca-a940-4bf1-b28e-0e5bc8529643" providerId="AD" clId="Web-{D5D38C84-003C-975F-759A-F7C4A202C5B4}" dt="2026-04-26T03:30:34.148" v="69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Andrew C Elko" userId="S::anelko@millersville.edu::b75047ca-a940-4bf1-b28e-0e5bc8529643" providerId="AD" clId="Web-{994461EF-6A37-0903-1E95-4B85594A037A}"/>
    <pc:docChg chg="modSld">
      <pc:chgData name="Andrew C Elko" userId="S::anelko@millersville.edu::b75047ca-a940-4bf1-b28e-0e5bc8529643" providerId="AD" clId="Web-{994461EF-6A37-0903-1E95-4B85594A037A}" dt="2026-04-26T23:14:05.658" v="391" actId="20577"/>
      <pc:docMkLst>
        <pc:docMk/>
      </pc:docMkLst>
      <pc:sldChg chg="modSp">
        <pc:chgData name="Andrew C Elko" userId="S::anelko@millersville.edu::b75047ca-a940-4bf1-b28e-0e5bc8529643" providerId="AD" clId="Web-{994461EF-6A37-0903-1E95-4B85594A037A}" dt="2026-04-26T21:46:18.606" v="7" actId="20577"/>
        <pc:sldMkLst>
          <pc:docMk/>
          <pc:sldMk cId="109857222" sldId="256"/>
        </pc:sldMkLst>
        <pc:spChg chg="mod">
          <ac:chgData name="Andrew C Elko" userId="S::anelko@millersville.edu::b75047ca-a940-4bf1-b28e-0e5bc8529643" providerId="AD" clId="Web-{994461EF-6A37-0903-1E95-4B85594A037A}" dt="2026-04-26T21:46:16.325" v="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drew C Elko" userId="S::anelko@millersville.edu::b75047ca-a940-4bf1-b28e-0e5bc8529643" providerId="AD" clId="Web-{994461EF-6A37-0903-1E95-4B85594A037A}" dt="2026-04-26T21:46:18.606" v="7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">
        <pc:chgData name="Andrew C Elko" userId="S::anelko@millersville.edu::b75047ca-a940-4bf1-b28e-0e5bc8529643" providerId="AD" clId="Web-{994461EF-6A37-0903-1E95-4B85594A037A}" dt="2026-04-26T22:02:28.222" v="290" actId="1076"/>
        <pc:sldMkLst>
          <pc:docMk/>
          <pc:sldMk cId="2448109865" sldId="257"/>
        </pc:sldMkLst>
        <pc:spChg chg="mod">
          <ac:chgData name="Andrew C Elko" userId="S::anelko@millersville.edu::b75047ca-a940-4bf1-b28e-0e5bc8529643" providerId="AD" clId="Web-{994461EF-6A37-0903-1E95-4B85594A037A}" dt="2026-04-26T22:00:21.956" v="243" actId="20577"/>
          <ac:spMkLst>
            <pc:docMk/>
            <pc:sldMk cId="2448109865" sldId="257"/>
            <ac:spMk id="2" creationId="{4B1AF0CB-1E33-C2ED-8839-C34FB80DB08C}"/>
          </ac:spMkLst>
        </pc:spChg>
        <pc:spChg chg="mod">
          <ac:chgData name="Andrew C Elko" userId="S::anelko@millersville.edu::b75047ca-a940-4bf1-b28e-0e5bc8529643" providerId="AD" clId="Web-{994461EF-6A37-0903-1E95-4B85594A037A}" dt="2026-04-26T22:01:22.362" v="287" actId="20577"/>
          <ac:spMkLst>
            <pc:docMk/>
            <pc:sldMk cId="2448109865" sldId="257"/>
            <ac:spMk id="3" creationId="{9FDA82CA-1D01-19DA-4D5A-0A7A5C6B1B0B}"/>
          </ac:spMkLst>
        </pc:spChg>
        <pc:picChg chg="add mod">
          <ac:chgData name="Andrew C Elko" userId="S::anelko@millersville.edu::b75047ca-a940-4bf1-b28e-0e5bc8529643" providerId="AD" clId="Web-{994461EF-6A37-0903-1E95-4B85594A037A}" dt="2026-04-26T22:02:28.222" v="290" actId="1076"/>
          <ac:picMkLst>
            <pc:docMk/>
            <pc:sldMk cId="2448109865" sldId="257"/>
            <ac:picMk id="4" creationId="{80E0D360-EB28-3544-51E6-5705E2050C34}"/>
          </ac:picMkLst>
        </pc:picChg>
      </pc:sldChg>
      <pc:sldChg chg="modSp">
        <pc:chgData name="Andrew C Elko" userId="S::anelko@millersville.edu::b75047ca-a940-4bf1-b28e-0e5bc8529643" providerId="AD" clId="Web-{994461EF-6A37-0903-1E95-4B85594A037A}" dt="2026-04-26T21:47:04.107" v="46" actId="20577"/>
        <pc:sldMkLst>
          <pc:docMk/>
          <pc:sldMk cId="3894293050" sldId="260"/>
        </pc:sldMkLst>
        <pc:spChg chg="mod">
          <ac:chgData name="Andrew C Elko" userId="S::anelko@millersville.edu::b75047ca-a940-4bf1-b28e-0e5bc8529643" providerId="AD" clId="Web-{994461EF-6A37-0903-1E95-4B85594A037A}" dt="2026-04-26T21:46:11.122" v="4" actId="20577"/>
          <ac:spMkLst>
            <pc:docMk/>
            <pc:sldMk cId="3894293050" sldId="260"/>
            <ac:spMk id="2" creationId="{BB1CA9DB-0030-35CE-9FD4-EDB33B44E920}"/>
          </ac:spMkLst>
        </pc:spChg>
        <pc:spChg chg="mod">
          <ac:chgData name="Andrew C Elko" userId="S::anelko@millersville.edu::b75047ca-a940-4bf1-b28e-0e5bc8529643" providerId="AD" clId="Web-{994461EF-6A37-0903-1E95-4B85594A037A}" dt="2026-04-26T21:47:04.107" v="46" actId="20577"/>
          <ac:spMkLst>
            <pc:docMk/>
            <pc:sldMk cId="3894293050" sldId="260"/>
            <ac:spMk id="3" creationId="{80B45048-BBEC-2478-DF01-49F4A74B11F4}"/>
          </ac:spMkLst>
        </pc:spChg>
      </pc:sldChg>
      <pc:sldChg chg="addSp delSp modSp">
        <pc:chgData name="Andrew C Elko" userId="S::anelko@millersville.edu::b75047ca-a940-4bf1-b28e-0e5bc8529643" providerId="AD" clId="Web-{994461EF-6A37-0903-1E95-4B85594A037A}" dt="2026-04-26T21:58:39.283" v="239" actId="20577"/>
        <pc:sldMkLst>
          <pc:docMk/>
          <pc:sldMk cId="1128527866" sldId="262"/>
        </pc:sldMkLst>
        <pc:spChg chg="mod">
          <ac:chgData name="Andrew C Elko" userId="S::anelko@millersville.edu::b75047ca-a940-4bf1-b28e-0e5bc8529643" providerId="AD" clId="Web-{994461EF-6A37-0903-1E95-4B85594A037A}" dt="2026-04-26T21:48:44.608" v="65" actId="20577"/>
          <ac:spMkLst>
            <pc:docMk/>
            <pc:sldMk cId="1128527866" sldId="262"/>
            <ac:spMk id="2" creationId="{74B0BA7D-30E4-CFB5-1EAC-307F74EBFEE8}"/>
          </ac:spMkLst>
        </pc:spChg>
        <pc:spChg chg="add del mod">
          <ac:chgData name="Andrew C Elko" userId="S::anelko@millersville.edu::b75047ca-a940-4bf1-b28e-0e5bc8529643" providerId="AD" clId="Web-{994461EF-6A37-0903-1E95-4B85594A037A}" dt="2026-04-26T21:58:39.283" v="239" actId="20577"/>
          <ac:spMkLst>
            <pc:docMk/>
            <pc:sldMk cId="1128527866" sldId="262"/>
            <ac:spMk id="3" creationId="{7584D8D7-C9D7-D058-876C-51C95F4976F4}"/>
          </ac:spMkLst>
        </pc:spChg>
        <pc:spChg chg="add mod">
          <ac:chgData name="Andrew C Elko" userId="S::anelko@millersville.edu::b75047ca-a940-4bf1-b28e-0e5bc8529643" providerId="AD" clId="Web-{994461EF-6A37-0903-1E95-4B85594A037A}" dt="2026-04-26T21:50:27.484" v="137" actId="1076"/>
          <ac:spMkLst>
            <pc:docMk/>
            <pc:sldMk cId="1128527866" sldId="262"/>
            <ac:spMk id="6" creationId="{484E4E90-2B72-E58B-9DCD-5C5936DED856}"/>
          </ac:spMkLst>
        </pc:spChg>
        <pc:spChg chg="add mod">
          <ac:chgData name="Andrew C Elko" userId="S::anelko@millersville.edu::b75047ca-a940-4bf1-b28e-0e5bc8529643" providerId="AD" clId="Web-{994461EF-6A37-0903-1E95-4B85594A037A}" dt="2026-04-26T21:55:34.167" v="192" actId="20577"/>
          <ac:spMkLst>
            <pc:docMk/>
            <pc:sldMk cId="1128527866" sldId="262"/>
            <ac:spMk id="8" creationId="{0EBBBBA7-0258-CDF7-5C6B-427132220947}"/>
          </ac:spMkLst>
        </pc:spChg>
        <pc:spChg chg="add mod">
          <ac:chgData name="Andrew C Elko" userId="S::anelko@millersville.edu::b75047ca-a940-4bf1-b28e-0e5bc8529643" providerId="AD" clId="Web-{994461EF-6A37-0903-1E95-4B85594A037A}" dt="2026-04-26T21:53:20.847" v="160" actId="1076"/>
          <ac:spMkLst>
            <pc:docMk/>
            <pc:sldMk cId="1128527866" sldId="262"/>
            <ac:spMk id="9" creationId="{CDA0EB1F-AA5F-2C43-DCEE-7DAE73C9257A}"/>
          </ac:spMkLst>
        </pc:spChg>
        <pc:picChg chg="add del mod">
          <ac:chgData name="Andrew C Elko" userId="S::anelko@millersville.edu::b75047ca-a940-4bf1-b28e-0e5bc8529643" providerId="AD" clId="Web-{994461EF-6A37-0903-1E95-4B85594A037A}" dt="2026-04-26T21:48:45.389" v="68"/>
          <ac:picMkLst>
            <pc:docMk/>
            <pc:sldMk cId="1128527866" sldId="262"/>
            <ac:picMk id="4" creationId="{057510CE-23CD-0C99-BF16-D5F6A9BAA9C7}"/>
          </ac:picMkLst>
        </pc:picChg>
        <pc:picChg chg="add mod">
          <ac:chgData name="Andrew C Elko" userId="S::anelko@millersville.edu::b75047ca-a940-4bf1-b28e-0e5bc8529643" providerId="AD" clId="Web-{994461EF-6A37-0903-1E95-4B85594A037A}" dt="2026-04-26T21:54:09.301" v="177" actId="1076"/>
          <ac:picMkLst>
            <pc:docMk/>
            <pc:sldMk cId="1128527866" sldId="262"/>
            <ac:picMk id="5" creationId="{C1672FAF-F574-C196-D688-0F0663825F28}"/>
          </ac:picMkLst>
        </pc:picChg>
        <pc:picChg chg="add del mod">
          <ac:chgData name="Andrew C Elko" userId="S::anelko@millersville.edu::b75047ca-a940-4bf1-b28e-0e5bc8529643" providerId="AD" clId="Web-{994461EF-6A37-0903-1E95-4B85594A037A}" dt="2026-04-26T21:55:17.305" v="186"/>
          <ac:picMkLst>
            <pc:docMk/>
            <pc:sldMk cId="1128527866" sldId="262"/>
            <ac:picMk id="7" creationId="{CB0F8EC4-256B-D2FD-6053-7D7BD24C0B18}"/>
          </ac:picMkLst>
        </pc:picChg>
        <pc:picChg chg="add mod">
          <ac:chgData name="Andrew C Elko" userId="S::anelko@millersville.edu::b75047ca-a940-4bf1-b28e-0e5bc8529643" providerId="AD" clId="Web-{994461EF-6A37-0903-1E95-4B85594A037A}" dt="2026-04-26T21:54:25.129" v="183" actId="1076"/>
          <ac:picMkLst>
            <pc:docMk/>
            <pc:sldMk cId="1128527866" sldId="262"/>
            <ac:picMk id="10" creationId="{54EE64F4-28EA-97E4-F0CA-2B63B13DFACD}"/>
          </ac:picMkLst>
        </pc:picChg>
        <pc:picChg chg="add mod">
          <ac:chgData name="Andrew C Elko" userId="S::anelko@millersville.edu::b75047ca-a940-4bf1-b28e-0e5bc8529643" providerId="AD" clId="Web-{994461EF-6A37-0903-1E95-4B85594A037A}" dt="2026-04-26T21:55:29.041" v="189" actId="1076"/>
          <ac:picMkLst>
            <pc:docMk/>
            <pc:sldMk cId="1128527866" sldId="262"/>
            <ac:picMk id="11" creationId="{6404A957-899E-3554-4F47-3702BC0E3327}"/>
          </ac:picMkLst>
        </pc:picChg>
      </pc:sldChg>
      <pc:sldChg chg="modSp">
        <pc:chgData name="Andrew C Elko" userId="S::anelko@millersville.edu::b75047ca-a940-4bf1-b28e-0e5bc8529643" providerId="AD" clId="Web-{994461EF-6A37-0903-1E95-4B85594A037A}" dt="2026-04-26T23:14:05.658" v="391" actId="20577"/>
        <pc:sldMkLst>
          <pc:docMk/>
          <pc:sldMk cId="3038004988" sldId="263"/>
        </pc:sldMkLst>
        <pc:spChg chg="mod">
          <ac:chgData name="Andrew C Elko" userId="S::anelko@millersville.edu::b75047ca-a940-4bf1-b28e-0e5bc8529643" providerId="AD" clId="Web-{994461EF-6A37-0903-1E95-4B85594A037A}" dt="2026-04-26T23:12:48.095" v="312" actId="20577"/>
          <ac:spMkLst>
            <pc:docMk/>
            <pc:sldMk cId="3038004988" sldId="263"/>
            <ac:spMk id="2" creationId="{19450412-F7DE-E0A3-C5AB-09F2660A3A66}"/>
          </ac:spMkLst>
        </pc:spChg>
        <pc:spChg chg="mod">
          <ac:chgData name="Andrew C Elko" userId="S::anelko@millersville.edu::b75047ca-a940-4bf1-b28e-0e5bc8529643" providerId="AD" clId="Web-{994461EF-6A37-0903-1E95-4B85594A037A}" dt="2026-04-26T23:14:05.658" v="391" actId="20577"/>
          <ac:spMkLst>
            <pc:docMk/>
            <pc:sldMk cId="3038004988" sldId="263"/>
            <ac:spMk id="3" creationId="{2251E4ED-2B0E-EB85-7C59-F5244D9D902D}"/>
          </ac:spMkLst>
        </pc:spChg>
      </pc:sldChg>
    </pc:docChg>
  </pc:docChgLst>
  <pc:docChgLst>
    <pc:chgData name="Evan P Magill" userId="S::epmagill@millersville.edu::734c6200-5b3b-4502-a010-f8dd19e12e8a" providerId="AD" clId="Web-{160B35DA-7BB9-E456-B389-FF10FF29F8A9}"/>
    <pc:docChg chg="addSld modSld">
      <pc:chgData name="Evan P Magill" userId="S::epmagill@millersville.edu::734c6200-5b3b-4502-a010-f8dd19e12e8a" providerId="AD" clId="Web-{160B35DA-7BB9-E456-B389-FF10FF29F8A9}" dt="2026-04-26T03:10:35.196" v="16"/>
      <pc:docMkLst>
        <pc:docMk/>
      </pc:docMkLst>
      <pc:sldChg chg="mod setBg">
        <pc:chgData name="Evan P Magill" userId="S::epmagill@millersville.edu::734c6200-5b3b-4502-a010-f8dd19e12e8a" providerId="AD" clId="Web-{160B35DA-7BB9-E456-B389-FF10FF29F8A9}" dt="2026-04-26T03:07:10.790" v="2"/>
        <pc:sldMkLst>
          <pc:docMk/>
          <pc:sldMk cId="109857222" sldId="256"/>
        </pc:sldMkLst>
      </pc:sldChg>
      <pc:sldChg chg="new mod setBg">
        <pc:chgData name="Evan P Magill" userId="S::epmagill@millersville.edu::734c6200-5b3b-4502-a010-f8dd19e12e8a" providerId="AD" clId="Web-{160B35DA-7BB9-E456-B389-FF10FF29F8A9}" dt="2026-04-26T03:07:53.431" v="4"/>
        <pc:sldMkLst>
          <pc:docMk/>
          <pc:sldMk cId="2448109865" sldId="257"/>
        </pc:sldMkLst>
      </pc:sldChg>
      <pc:sldChg chg="new mod setBg">
        <pc:chgData name="Evan P Magill" userId="S::epmagill@millersville.edu::734c6200-5b3b-4502-a010-f8dd19e12e8a" providerId="AD" clId="Web-{160B35DA-7BB9-E456-B389-FF10FF29F8A9}" dt="2026-04-26T03:08:25.759" v="6"/>
        <pc:sldMkLst>
          <pc:docMk/>
          <pc:sldMk cId="2187351734" sldId="258"/>
        </pc:sldMkLst>
      </pc:sldChg>
      <pc:sldChg chg="new mod setBg">
        <pc:chgData name="Evan P Magill" userId="S::epmagill@millersville.edu::734c6200-5b3b-4502-a010-f8dd19e12e8a" providerId="AD" clId="Web-{160B35DA-7BB9-E456-B389-FF10FF29F8A9}" dt="2026-04-26T03:08:58.462" v="8"/>
        <pc:sldMkLst>
          <pc:docMk/>
          <pc:sldMk cId="1342341437" sldId="259"/>
        </pc:sldMkLst>
      </pc:sldChg>
      <pc:sldChg chg="new mod setBg">
        <pc:chgData name="Evan P Magill" userId="S::epmagill@millersville.edu::734c6200-5b3b-4502-a010-f8dd19e12e8a" providerId="AD" clId="Web-{160B35DA-7BB9-E456-B389-FF10FF29F8A9}" dt="2026-04-26T03:09:22.821" v="10"/>
        <pc:sldMkLst>
          <pc:docMk/>
          <pc:sldMk cId="3894293050" sldId="260"/>
        </pc:sldMkLst>
      </pc:sldChg>
      <pc:sldChg chg="new mod setBg">
        <pc:chgData name="Evan P Magill" userId="S::epmagill@millersville.edu::734c6200-5b3b-4502-a010-f8dd19e12e8a" providerId="AD" clId="Web-{160B35DA-7BB9-E456-B389-FF10FF29F8A9}" dt="2026-04-26T03:09:44.852" v="12"/>
        <pc:sldMkLst>
          <pc:docMk/>
          <pc:sldMk cId="1301968076" sldId="261"/>
        </pc:sldMkLst>
      </pc:sldChg>
      <pc:sldChg chg="new mod setBg">
        <pc:chgData name="Evan P Magill" userId="S::epmagill@millersville.edu::734c6200-5b3b-4502-a010-f8dd19e12e8a" providerId="AD" clId="Web-{160B35DA-7BB9-E456-B389-FF10FF29F8A9}" dt="2026-04-26T03:10:12.555" v="14"/>
        <pc:sldMkLst>
          <pc:docMk/>
          <pc:sldMk cId="1128527866" sldId="262"/>
        </pc:sldMkLst>
      </pc:sldChg>
      <pc:sldChg chg="new mod setBg">
        <pc:chgData name="Evan P Magill" userId="S::epmagill@millersville.edu::734c6200-5b3b-4502-a010-f8dd19e12e8a" providerId="AD" clId="Web-{160B35DA-7BB9-E456-B389-FF10FF29F8A9}" dt="2026-04-26T03:10:35.196" v="16"/>
        <pc:sldMkLst>
          <pc:docMk/>
          <pc:sldMk cId="3038004988" sldId="263"/>
        </pc:sldMkLst>
      </pc:sldChg>
    </pc:docChg>
  </pc:docChgLst>
  <pc:docChgLst>
    <pc:chgData name="Andrew C Elko" userId="S::anelko@millersville.edu::b75047ca-a940-4bf1-b28e-0e5bc8529643" providerId="AD" clId="Web-{EB278440-CA78-415A-0B98-3E0C49E1D189}"/>
    <pc:docChg chg="addSld delSld modSld">
      <pc:chgData name="Andrew C Elko" userId="S::anelko@millersville.edu::b75047ca-a940-4bf1-b28e-0e5bc8529643" providerId="AD" clId="Web-{EB278440-CA78-415A-0B98-3E0C49E1D189}" dt="2026-04-27T05:37:00.837" v="177" actId="20577"/>
      <pc:docMkLst>
        <pc:docMk/>
      </pc:docMkLst>
      <pc:sldChg chg="addSp delSp modSp">
        <pc:chgData name="Andrew C Elko" userId="S::anelko@millersville.edu::b75047ca-a940-4bf1-b28e-0e5bc8529643" providerId="AD" clId="Web-{EB278440-CA78-415A-0B98-3E0C49E1D189}" dt="2026-04-27T05:25:09.746" v="122" actId="20577"/>
        <pc:sldMkLst>
          <pc:docMk/>
          <pc:sldMk cId="2187351734" sldId="258"/>
        </pc:sldMkLst>
        <pc:spChg chg="mod">
          <ac:chgData name="Andrew C Elko" userId="S::anelko@millersville.edu::b75047ca-a940-4bf1-b28e-0e5bc8529643" providerId="AD" clId="Web-{EB278440-CA78-415A-0B98-3E0C49E1D189}" dt="2026-04-27T05:25:09.746" v="122" actId="20577"/>
          <ac:spMkLst>
            <pc:docMk/>
            <pc:sldMk cId="2187351734" sldId="258"/>
            <ac:spMk id="2" creationId="{A5E9AA0F-6213-5F72-E75C-296D6EEAC702}"/>
          </ac:spMkLst>
        </pc:spChg>
        <pc:spChg chg="del">
          <ac:chgData name="Andrew C Elko" userId="S::anelko@millersville.edu::b75047ca-a940-4bf1-b28e-0e5bc8529643" providerId="AD" clId="Web-{EB278440-CA78-415A-0B98-3E0C49E1D189}" dt="2026-04-27T05:20:22.419" v="0"/>
          <ac:spMkLst>
            <pc:docMk/>
            <pc:sldMk cId="2187351734" sldId="258"/>
            <ac:spMk id="3" creationId="{2DE98BBB-076D-1C1F-7192-5E3038D37B71}"/>
          </ac:spMkLst>
        </pc:spChg>
        <pc:picChg chg="add mod ord">
          <ac:chgData name="Andrew C Elko" userId="S::anelko@millersville.edu::b75047ca-a940-4bf1-b28e-0e5bc8529643" providerId="AD" clId="Web-{EB278440-CA78-415A-0B98-3E0C49E1D189}" dt="2026-04-27T05:20:24.685" v="1" actId="1076"/>
          <ac:picMkLst>
            <pc:docMk/>
            <pc:sldMk cId="2187351734" sldId="258"/>
            <ac:picMk id="4" creationId="{BEC4F5CC-A84C-5416-FEF0-168C6489BFC2}"/>
          </ac:picMkLst>
        </pc:picChg>
      </pc:sldChg>
      <pc:sldChg chg="addSp delSp modSp">
        <pc:chgData name="Andrew C Elko" userId="S::anelko@millersville.edu::b75047ca-a940-4bf1-b28e-0e5bc8529643" providerId="AD" clId="Web-{EB278440-CA78-415A-0B98-3E0C49E1D189}" dt="2026-04-27T05:31:45.537" v="140" actId="1076"/>
        <pc:sldMkLst>
          <pc:docMk/>
          <pc:sldMk cId="1301968076" sldId="261"/>
        </pc:sldMkLst>
        <pc:spChg chg="del">
          <ac:chgData name="Andrew C Elko" userId="S::anelko@millersville.edu::b75047ca-a940-4bf1-b28e-0e5bc8529643" providerId="AD" clId="Web-{EB278440-CA78-415A-0B98-3E0C49E1D189}" dt="2026-04-27T05:31:37.240" v="135"/>
          <ac:spMkLst>
            <pc:docMk/>
            <pc:sldMk cId="1301968076" sldId="261"/>
            <ac:spMk id="3" creationId="{E6064032-994D-3FDC-1B84-2EA0EA8D4EBB}"/>
          </ac:spMkLst>
        </pc:spChg>
        <pc:picChg chg="add mod ord">
          <ac:chgData name="Andrew C Elko" userId="S::anelko@millersville.edu::b75047ca-a940-4bf1-b28e-0e5bc8529643" providerId="AD" clId="Web-{EB278440-CA78-415A-0B98-3E0C49E1D189}" dt="2026-04-27T05:31:45.537" v="140" actId="1076"/>
          <ac:picMkLst>
            <pc:docMk/>
            <pc:sldMk cId="1301968076" sldId="261"/>
            <ac:picMk id="4" creationId="{AB305451-D7DC-9FA7-7DD8-8D4615E87E2A}"/>
          </ac:picMkLst>
        </pc:picChg>
      </pc:sldChg>
      <pc:sldChg chg="modSp new mod setBg">
        <pc:chgData name="Andrew C Elko" userId="S::anelko@millersville.edu::b75047ca-a940-4bf1-b28e-0e5bc8529643" providerId="AD" clId="Web-{EB278440-CA78-415A-0B98-3E0C49E1D189}" dt="2026-04-27T05:25:36.403" v="134" actId="20577"/>
        <pc:sldMkLst>
          <pc:docMk/>
          <pc:sldMk cId="3805716382" sldId="264"/>
        </pc:sldMkLst>
        <pc:spChg chg="mod">
          <ac:chgData name="Andrew C Elko" userId="S::anelko@millersville.edu::b75047ca-a940-4bf1-b28e-0e5bc8529643" providerId="AD" clId="Web-{EB278440-CA78-415A-0B98-3E0C49E1D189}" dt="2026-04-27T05:22:23.458" v="9" actId="20577"/>
          <ac:spMkLst>
            <pc:docMk/>
            <pc:sldMk cId="3805716382" sldId="264"/>
            <ac:spMk id="2" creationId="{E7AC059D-B506-499A-A6CD-DFE69D78067D}"/>
          </ac:spMkLst>
        </pc:spChg>
        <pc:spChg chg="mod">
          <ac:chgData name="Andrew C Elko" userId="S::anelko@millersville.edu::b75047ca-a940-4bf1-b28e-0e5bc8529643" providerId="AD" clId="Web-{EB278440-CA78-415A-0B98-3E0C49E1D189}" dt="2026-04-27T05:25:36.403" v="134" actId="20577"/>
          <ac:spMkLst>
            <pc:docMk/>
            <pc:sldMk cId="3805716382" sldId="264"/>
            <ac:spMk id="3" creationId="{BAE47BE2-42B7-D4D6-38CC-EB2CDFC03EB7}"/>
          </ac:spMkLst>
        </pc:spChg>
      </pc:sldChg>
      <pc:sldChg chg="addSp delSp modSp new">
        <pc:chgData name="Andrew C Elko" userId="S::anelko@millersville.edu::b75047ca-a940-4bf1-b28e-0e5bc8529643" providerId="AD" clId="Web-{EB278440-CA78-415A-0B98-3E0C49E1D189}" dt="2026-04-27T05:32:59.448" v="143" actId="1076"/>
        <pc:sldMkLst>
          <pc:docMk/>
          <pc:sldMk cId="2394057552" sldId="265"/>
        </pc:sldMkLst>
        <pc:spChg chg="del">
          <ac:chgData name="Andrew C Elko" userId="S::anelko@millersville.edu::b75047ca-a940-4bf1-b28e-0e5bc8529643" providerId="AD" clId="Web-{EB278440-CA78-415A-0B98-3E0C49E1D189}" dt="2026-04-27T05:32:57.182" v="142"/>
          <ac:spMkLst>
            <pc:docMk/>
            <pc:sldMk cId="2394057552" sldId="265"/>
            <ac:spMk id="3" creationId="{EF9BF5AA-ADAC-BF7A-0ACE-5C888F7C97A4}"/>
          </ac:spMkLst>
        </pc:spChg>
        <pc:picChg chg="add mod ord">
          <ac:chgData name="Andrew C Elko" userId="S::anelko@millersville.edu::b75047ca-a940-4bf1-b28e-0e5bc8529643" providerId="AD" clId="Web-{EB278440-CA78-415A-0B98-3E0C49E1D189}" dt="2026-04-27T05:32:59.448" v="143" actId="1076"/>
          <ac:picMkLst>
            <pc:docMk/>
            <pc:sldMk cId="2394057552" sldId="265"/>
            <ac:picMk id="4" creationId="{240B01AF-4DDD-CAB4-51A7-57382F4C6442}"/>
          </ac:picMkLst>
        </pc:picChg>
      </pc:sldChg>
      <pc:sldChg chg="new del">
        <pc:chgData name="Andrew C Elko" userId="S::anelko@millersville.edu::b75047ca-a940-4bf1-b28e-0e5bc8529643" providerId="AD" clId="Web-{EB278440-CA78-415A-0B98-3E0C49E1D189}" dt="2026-04-27T05:36:40.054" v="167"/>
        <pc:sldMkLst>
          <pc:docMk/>
          <pc:sldMk cId="3171779038" sldId="266"/>
        </pc:sldMkLst>
      </pc:sldChg>
      <pc:sldChg chg="delSp modSp new del">
        <pc:chgData name="Andrew C Elko" userId="S::anelko@millersville.edu::b75047ca-a940-4bf1-b28e-0e5bc8529643" providerId="AD" clId="Web-{EB278440-CA78-415A-0B98-3E0C49E1D189}" dt="2026-04-27T05:36:38.507" v="166"/>
        <pc:sldMkLst>
          <pc:docMk/>
          <pc:sldMk cId="3337804984" sldId="267"/>
        </pc:sldMkLst>
        <pc:spChg chg="mod">
          <ac:chgData name="Andrew C Elko" userId="S::anelko@millersville.edu::b75047ca-a940-4bf1-b28e-0e5bc8529643" providerId="AD" clId="Web-{EB278440-CA78-415A-0B98-3E0C49E1D189}" dt="2026-04-27T05:36:01.988" v="154" actId="20577"/>
          <ac:spMkLst>
            <pc:docMk/>
            <pc:sldMk cId="3337804984" sldId="267"/>
            <ac:spMk id="2" creationId="{BDE37083-1B1E-FDDC-0362-36E99F2C5C7C}"/>
          </ac:spMkLst>
        </pc:spChg>
        <pc:spChg chg="del">
          <ac:chgData name="Andrew C Elko" userId="S::anelko@millersville.edu::b75047ca-a940-4bf1-b28e-0e5bc8529643" providerId="AD" clId="Web-{EB278440-CA78-415A-0B98-3E0C49E1D189}" dt="2026-04-27T05:36:11.255" v="155"/>
          <ac:spMkLst>
            <pc:docMk/>
            <pc:sldMk cId="3337804984" sldId="267"/>
            <ac:spMk id="3" creationId="{A5E7319D-B199-33DE-7314-832C3EF1AB0D}"/>
          </ac:spMkLst>
        </pc:spChg>
      </pc:sldChg>
      <pc:sldChg chg="modSp new">
        <pc:chgData name="Andrew C Elko" userId="S::anelko@millersville.edu::b75047ca-a940-4bf1-b28e-0e5bc8529643" providerId="AD" clId="Web-{EB278440-CA78-415A-0B98-3E0C49E1D189}" dt="2026-04-27T05:36:34.038" v="165" actId="20577"/>
        <pc:sldMkLst>
          <pc:docMk/>
          <pc:sldMk cId="506319443" sldId="268"/>
        </pc:sldMkLst>
        <pc:spChg chg="mod">
          <ac:chgData name="Andrew C Elko" userId="S::anelko@millersville.edu::b75047ca-a940-4bf1-b28e-0e5bc8529643" providerId="AD" clId="Web-{EB278440-CA78-415A-0B98-3E0C49E1D189}" dt="2026-04-27T05:36:34.038" v="165" actId="20577"/>
          <ac:spMkLst>
            <pc:docMk/>
            <pc:sldMk cId="506319443" sldId="268"/>
            <ac:spMk id="2" creationId="{AE0DD5F6-E87D-0AA5-6200-B5D61A61B893}"/>
          </ac:spMkLst>
        </pc:spChg>
      </pc:sldChg>
      <pc:sldChg chg="modSp new">
        <pc:chgData name="Andrew C Elko" userId="S::anelko@millersville.edu::b75047ca-a940-4bf1-b28e-0e5bc8529643" providerId="AD" clId="Web-{EB278440-CA78-415A-0B98-3E0C49E1D189}" dt="2026-04-27T05:36:48.445" v="170" actId="20577"/>
        <pc:sldMkLst>
          <pc:docMk/>
          <pc:sldMk cId="464751945" sldId="269"/>
        </pc:sldMkLst>
        <pc:spChg chg="mod">
          <ac:chgData name="Andrew C Elko" userId="S::anelko@millersville.edu::b75047ca-a940-4bf1-b28e-0e5bc8529643" providerId="AD" clId="Web-{EB278440-CA78-415A-0B98-3E0C49E1D189}" dt="2026-04-27T05:36:48.445" v="170" actId="20577"/>
          <ac:spMkLst>
            <pc:docMk/>
            <pc:sldMk cId="464751945" sldId="269"/>
            <ac:spMk id="2" creationId="{C65B0988-5F73-21EA-7577-BD6615570521}"/>
          </ac:spMkLst>
        </pc:spChg>
      </pc:sldChg>
      <pc:sldChg chg="modSp new">
        <pc:chgData name="Andrew C Elko" userId="S::anelko@millersville.edu::b75047ca-a940-4bf1-b28e-0e5bc8529643" providerId="AD" clId="Web-{EB278440-CA78-415A-0B98-3E0C49E1D189}" dt="2026-04-27T05:37:00.837" v="177" actId="20577"/>
        <pc:sldMkLst>
          <pc:docMk/>
          <pc:sldMk cId="2265903011" sldId="270"/>
        </pc:sldMkLst>
        <pc:spChg chg="mod">
          <ac:chgData name="Andrew C Elko" userId="S::anelko@millersville.edu::b75047ca-a940-4bf1-b28e-0e5bc8529643" providerId="AD" clId="Web-{EB278440-CA78-415A-0B98-3E0C49E1D189}" dt="2026-04-27T05:37:00.837" v="177" actId="20577"/>
          <ac:spMkLst>
            <pc:docMk/>
            <pc:sldMk cId="2265903011" sldId="270"/>
            <ac:spMk id="2" creationId="{F18D34A4-D218-A6C7-599A-9DCADD691B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Chladni Figure Simulator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Kyle Smith, Andrew Elko, Evan Magill</a:t>
            </a:r>
          </a:p>
          <a:p>
            <a:r>
              <a:rPr lang="en-US">
                <a:solidFill>
                  <a:schemeClr val="bg1"/>
                </a:solidFill>
              </a:rPr>
              <a:t>April 27, 2026</a:t>
            </a:r>
          </a:p>
          <a:p>
            <a:r>
              <a:rPr lang="en-US">
                <a:solidFill>
                  <a:schemeClr val="bg1"/>
                </a:solidFill>
              </a:rPr>
              <a:t>CMSC 476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059D-B506-499A-A6CD-DFE69D78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Outline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47BE2-42B7-D4D6-38CC-EB2CDFC03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Background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Chladni's Law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Parallel Structure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Example Images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Live Demo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716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0988-5F73-21EA-7577-BD661557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28571-53AE-5CF5-9B65-247D50878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5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F0CB-1E33-C2ED-8839-C34FB80DB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A82CA-1D01-19DA-4D5A-0A7A5C6B1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Chladni plates help visualize sound into geometric patterns</a:t>
            </a:r>
          </a:p>
        </p:txBody>
      </p:sp>
      <p:pic>
        <p:nvPicPr>
          <p:cNvPr id="4" name="Picture 3" descr="Chladni Plates Kit">
            <a:extLst>
              <a:ext uri="{FF2B5EF4-FFF2-40B4-BE49-F238E27FC236}">
                <a16:creationId xmlns:a16="http://schemas.microsoft.com/office/drawing/2014/main" id="{80E0D360-EB28-3544-51E6-5705E2050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2" y="3509114"/>
            <a:ext cx="4100970" cy="301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0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AA0F-6213-5F72-E75C-296D6EEAC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Chladni's Law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EC4F5CC-A84C-5416-FEF0-168C6489BF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08220" y="5270892"/>
            <a:ext cx="77247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51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BE47E-BF30-175C-A15F-44CEDD5D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6CD10-D832-A53B-EE65-F8C55336C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4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D5F6-E87D-0AA5-6200-B5D61A61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Architecture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11694-CBFF-0D34-7F5C-CAD6D6C3E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1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A9DB-0030-35CE-9FD4-EDB33B44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Parallel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45048-BBEC-2478-DF01-49F4A74B1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Using MPI to separate the image into # processes sections</a:t>
            </a:r>
          </a:p>
        </p:txBody>
      </p:sp>
    </p:spTree>
    <p:extLst>
      <p:ext uri="{BB962C8B-B14F-4D97-AF65-F5344CB8AC3E}">
        <p14:creationId xmlns:p14="http://schemas.microsoft.com/office/powerpoint/2010/main" val="3894293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9177-A395-7BC1-472F-F2A067E5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AB305451-D7DC-9FA7-7DD8-8D4615E87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7880" y="2103708"/>
            <a:ext cx="6592746" cy="429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6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A25A-D5EE-A2C8-CE53-F1B31595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40B01AF-4DDD-CAB4-51A7-57382F4C6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677" y="2383431"/>
            <a:ext cx="74009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5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34A4-D218-A6C7-599A-9DCADD69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RESULTS!!!!!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396BD-0A28-BFAC-7B4A-FE011C466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03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0BA7D-30E4-CFB5-1EAC-307F74EB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Some Generated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4D8D7-C9D7-D058-876C-51C95F497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Grains = 1'000'000                       Iterations = 1'000</a:t>
            </a: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>
                <a:solidFill>
                  <a:schemeClr val="bg1"/>
                </a:solidFill>
              </a:rPr>
              <a:t>All background images on the slides were generated images</a:t>
            </a:r>
          </a:p>
        </p:txBody>
      </p:sp>
      <p:pic>
        <p:nvPicPr>
          <p:cNvPr id="5" name="Picture 4" descr="A black and white pattern&#10;&#10;AI-generated content may be incorrect.">
            <a:extLst>
              <a:ext uri="{FF2B5EF4-FFF2-40B4-BE49-F238E27FC236}">
                <a16:creationId xmlns:a16="http://schemas.microsoft.com/office/drawing/2014/main" id="{C1672FAF-F574-C196-D688-0F0663825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39" y="2527139"/>
            <a:ext cx="2527139" cy="2469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4E4E90-2B72-E58B-9DCD-5C5936DED856}"/>
              </a:ext>
            </a:extLst>
          </p:cNvPr>
          <p:cNvSpPr txBox="1"/>
          <p:nvPr/>
        </p:nvSpPr>
        <p:spPr>
          <a:xfrm>
            <a:off x="1140951" y="4991516"/>
            <a:ext cx="14892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 = 4   n =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BBBBA7-0258-CDF7-5C6B-427132220947}"/>
              </a:ext>
            </a:extLst>
          </p:cNvPr>
          <p:cNvSpPr txBox="1"/>
          <p:nvPr/>
        </p:nvSpPr>
        <p:spPr>
          <a:xfrm>
            <a:off x="5346418" y="5001161"/>
            <a:ext cx="14892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 = 6   n =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0EB1F-AA5F-2C43-DCEE-7DAE73C9257A}"/>
              </a:ext>
            </a:extLst>
          </p:cNvPr>
          <p:cNvSpPr txBox="1"/>
          <p:nvPr/>
        </p:nvSpPr>
        <p:spPr>
          <a:xfrm>
            <a:off x="9465077" y="5001162"/>
            <a:ext cx="14892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 = 1   n = 9</a:t>
            </a:r>
          </a:p>
        </p:txBody>
      </p:sp>
      <p:pic>
        <p:nvPicPr>
          <p:cNvPr id="10" name="Picture 9" descr="A black and white image of a square with white lines&#10;&#10;AI-generated content may be incorrect.">
            <a:extLst>
              <a:ext uri="{FF2B5EF4-FFF2-40B4-BE49-F238E27FC236}">
                <a16:creationId xmlns:a16="http://schemas.microsoft.com/office/drawing/2014/main" id="{54EE64F4-28EA-97E4-F0CA-2B63B13DF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266" y="2527139"/>
            <a:ext cx="2527139" cy="2469266"/>
          </a:xfrm>
          <a:prstGeom prst="rect">
            <a:avLst/>
          </a:prstGeom>
        </p:spPr>
      </p:pic>
      <p:pic>
        <p:nvPicPr>
          <p:cNvPr id="11" name="Picture 10" descr="A black and white background with white lines&#10;&#10;AI-generated content may be incorrect.">
            <a:extLst>
              <a:ext uri="{FF2B5EF4-FFF2-40B4-BE49-F238E27FC236}">
                <a16:creationId xmlns:a16="http://schemas.microsoft.com/office/drawing/2014/main" id="{6404A957-899E-3554-4F47-3702BC0E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189" y="2527139"/>
            <a:ext cx="2459621" cy="246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27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0412-F7DE-E0A3-C5AB-09F2660A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1E4ED-2B0E-EB85-7C59-F5244D9D9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Possibly changing the IPC to Puts/Gets</a:t>
            </a:r>
          </a:p>
        </p:txBody>
      </p:sp>
    </p:spTree>
    <p:extLst>
      <p:ext uri="{BB962C8B-B14F-4D97-AF65-F5344CB8AC3E}">
        <p14:creationId xmlns:p14="http://schemas.microsoft.com/office/powerpoint/2010/main" val="3038004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8dde695-4535-408a-8dbf-d6791aad1a12}" enabled="1" method="Standard" siteId="{92ec3794-b8f0-4f93-b733-7a30a8a2b5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Chladni Figure Simulator</vt:lpstr>
      <vt:lpstr>Outline</vt:lpstr>
      <vt:lpstr>Background</vt:lpstr>
      <vt:lpstr>Background</vt:lpstr>
      <vt:lpstr>Chladni's Law</vt:lpstr>
      <vt:lpstr>PowerPoint Presentation</vt:lpstr>
      <vt:lpstr>Code Architecture</vt:lpstr>
      <vt:lpstr>Parallel Systems</vt:lpstr>
      <vt:lpstr>PowerPoint Presentation</vt:lpstr>
      <vt:lpstr>PowerPoint Presentation</vt:lpstr>
      <vt:lpstr>RESULTS!!!!!</vt:lpstr>
      <vt:lpstr>Some Generated Images</vt:lpstr>
      <vt:lpstr>Future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43</cp:revision>
  <dcterms:created xsi:type="dcterms:W3CDTF">2026-04-26T02:35:19Z</dcterms:created>
  <dcterms:modified xsi:type="dcterms:W3CDTF">2026-04-27T05:37:02Z</dcterms:modified>
</cp:coreProperties>
</file>